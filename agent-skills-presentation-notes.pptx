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81105"/>
  </p:normalViewPr>
  <p:slideViewPr>
    <p:cSldViewPr snapToGrid="0" snapToObjects="1">
      <p:cViewPr varScale="1">
        <p:scale>
          <a:sx n="127" d="100"/>
          <a:sy n="127" d="100"/>
        </p:scale>
        <p:origin x="1440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3" d="100"/>
          <a:sy n="103" d="100"/>
        </p:scale>
        <p:origin x="438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96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Welcome everyone, thanks for joining
- Today we're talking about Agent Skills -- an open spec for packaging reusable AI agent capabilities
- By the end you'll know what skills are, how to build one, and we'll do a live demo
- Feel free to interrupt with questions at any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Raise your hand if this sounds familiar
- We all use AI coding agents now, but we keep solving the same problems over and over
- Prompt tricks stay in one person's head, there's no way to share what works
- Every new session starts from zero -- the agent doesn't remember your team's conventions
- Agent Skills are the answer to all three of these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the elevator pitch: skills let you package, share, and reuse agent capabilities
- PACKAGE: bundle instructions, scripts, and references into a portable folder
- SHARE: distribute via git, registries, or just copying a folder
- REUSE: same skill works across multiple agents thanks to the open spec
- agentskills.io is the open specification -- not owned by any one vendor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Key point: you don't need to be a developer to write a skill
- All you need is a text editor and knowledge worth sharing
- Senior engineers, new hires, QA, anyone can contribute
- The best skills come from domain experts, not tooling experts
- Let's look at a real example to make this concrete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a skill we're actually building on our team
- Left side: the old way -- manually opening each MR, context-switching, writing comments by hand
- Right side: the skill connects to GitLab via MCP, reads the diff, checks against team standards, posts comments
- Notice it uses SKILL.md + scripts + a GitLab MCP Server -- all three components working together
- The agent does the tedious part; you still make the final call on what to approve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skill is just a folder with a few files
- SKILL.md is the core -- natural language instructions the agent follows
- scripts/ folder for automation that needs to be deterministic (linting, API calls, etc.)
- references/ for context docs the agent can consult
- The key insight: this is just files in directories -- nothing proprietary, fully version-controllable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Let's look inside the SKILL.md file itself
- Top section is YAML frontmatter: name, version, triggers, dependencies
- Below that is plain markdown instructions -- just like writing a README
- Progressive disclosure is key: keep SKILL.md under 5K tokens
- The agent reads the instructions first, then pulls in references and scripts as needed
- We'll see this in action during the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Skills aren't monolithic -- they compose together like building blocks
- One skill can reference and delegate to other skills
- Example: an MR Review skill might compose lint-check, test-runner, and style-guide skills
- This is where the real power emerges -- small focused skills that chain into complex workflows
- Think Unix philosophy: do one thing well, then pipe them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the Generic Agent Skills (GAS) value proposition
- Same skill works across OpenCode, Codex, Windsurf, Cline, Roo Code
- You're not locked into any one vendor's ecosystem
- If you switch agents tomorrow, your skills come with you
- The open spec means the community can build tooling around a shared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MCP (Model Context Protocol) is how skills talk to external services
- Skills can declare MCP server dependencies -- GitLab, databases, APIs
- The agent connects to these servers at runtime, giving skills real-world reach
- Example: our MR Review skill uses a GitLab MCP server to read diffs and post comments
- MCP is an open protocol too -- lots of community-built servers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Subagents let a skill delegate work in parallel
- Each subagent gets its own context window -- no cross-contamination
- Example: one subagent runs tests, another reviews style, another updates docs -- all at once
- The skill defines how to split the work and how to combine the results
- This is how you scale from simple tasks to complex multi-step 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Skills aren't just code automation -- they're a knowledge management system
- Procedural knowledge: how your team actually does things, not just what they do
- New engineers ramp up faster because best practices are encoded, not just documented
- And this goes beyond coding: data analytics, DevOps, process automation, knowledge capture
- If you can write it as instructions, you can make it a skill -- regardless of domain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Registries are how you scale skill distribution across teams
- Think of it like an internal npm for agent skills
- Engineers can search, install, and update skills with a single command
- Important: these are internal registries only -- your skills stay within your organization
- This solves the discoverability problem -- no more asking Slack 'does anyone have a skill for X?'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Quick practical advice before we wrap up
- Keep skills focused -- one skill, one job. Don't build a mega-skill
- Use natural language instructions, not code-heavy approaches
- Version your skills in git -- treat them like code
- Start small and iterate. Your first skill doesn't need to be perfect
- The anti-patterns on the left are things we've actually seen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These are your action items -- you can start today
- Step 1: Think of a workflow you repeat. MR reviews, test setup, deployment checklists
- Step 2: Write a SKILL.md -- describe how you'd teach a teammate to do it. Takes 10 minutes
- Step 3: Share it. Drop it in a repo, open a PR, push to a registry
- Step 4: Let it evolve. Skills grow with your team -- add scripts, connect services, compose workflows
- Now let's see all of this working live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Demo 1: Run an existing skill live in OpenCode so everyone can see the experience
- Walk through the SKILL.md alongside the execution so they can see cause and effect
- Demo 2: Build a brand new skill from scratch using the create-skill meta-skill
- Show how fast it is to go from zero to a working skill
- Open it up for Q&amp;A after the demos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Skills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Your AI New Tricks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371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&amp; Learn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1371600"/>
            <a:ext cx="2743200" cy="27432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powerful, but every session starts from scratch.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1051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Institutional Memory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5448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conventions, architecture decisions, and coding standards vanish between sessions. The agent re-discovers what you already know.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4630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46304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37760" y="173736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81051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Domain Expertise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77840" y="2011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APIs, custom toolchains, proprietary frameworks -- agents have zero context about your stack without explicit instruction.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31520" y="32918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31520" y="329184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63931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Output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55448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persistent instructions, the same prompt yields different approaches each time. No repeatable quality baseline.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54880" y="329184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754880" y="329184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937760" y="3566160"/>
            <a:ext cx="502920" cy="50292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63931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778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Silos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577840" y="3840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engineer's prompt tricks stay in their head. No mechanism to share effective agent workflows across the team.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657600"/>
            <a:ext cx="3200400" cy="32004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Agent Skills?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agents the expertise they're missing.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is an open standard that packages domain knowledge, multi-step workflows, and team conventions into a simple folder any compatible agent can load on demand. Write it once, version-control it, share it across your org, and stop repeating yourself.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5780" y="2331720"/>
            <a:ext cx="25146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5780" y="2331720"/>
            <a:ext cx="2514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63040" y="2560320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26746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578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0866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expertise, coding standards, review checklists, onboarding guides. Anything your agents need to do real work, in a SKILL.md with optional scripts and references.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14700" y="2331720"/>
            <a:ext cx="25146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14700" y="2331720"/>
            <a:ext cx="2514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51960" y="2560320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26746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470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49758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in git, distributed via registries, discoverable by the whole team. Institutional knowledge stops living in one person's prompt history.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03620" y="2331720"/>
            <a:ext cx="25146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103620" y="2331720"/>
            <a:ext cx="2514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040880" y="2560320"/>
            <a:ext cx="640080" cy="6400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26746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0362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286500" y="3657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skill runs on OpenCode, Codex, Windsurf, Cline, Roo Code, and any agent that implements the open spec. No vendor lock-in, no rewrites.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agentskills.io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Barrier to Entry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SDK. No build step. No new language to learn. If you can write a README, you can write a skill.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3383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Need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37744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editor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88036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(you already know it)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8328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you want to share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4300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it. Seriously.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754880" y="1463040"/>
            <a:ext cx="3840480" cy="3383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4754880" y="1463040"/>
            <a:ext cx="384048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691640"/>
            <a:ext cx="411480" cy="411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6928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Can Contribute</a:t>
            </a:r>
            <a:endParaRPr lang="en-US" sz="18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37744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4924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capturing best practices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88036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492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documenting what they learn</a:t>
            </a:r>
            <a:endParaRPr lang="en-US" sz="1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83280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34924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teams encoding test strategies</a:t>
            </a:r>
            <a:endParaRPr lang="en-US" sz="12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886200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34924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expertise worth preserving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skills come from people who know the domain -- not the people who know the tooling.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0" y="-1097280"/>
            <a:ext cx="2286000" cy="22860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28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World: MR Review Skill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skill that connects to GitLab, analyzes merge requests, and delivers actionable feedback.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7947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79476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4884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open each MR in the browser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6946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523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through diffs file-by-file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90088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2944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coding standards from memory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10712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364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comments one at a time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31336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5840" y="3785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Context-switch between codebase and review UI</a:t>
            </a:r>
            <a:endParaRPr lang="en-US" sz="11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51960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0584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MR in the queue</a:t>
            </a:r>
            <a:endParaRPr lang="en-US" sz="11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2834640"/>
            <a:ext cx="411480" cy="41148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5029200" y="1325880"/>
            <a:ext cx="37947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4"/>
          <p:cNvSpPr/>
          <p:nvPr/>
        </p:nvSpPr>
        <p:spPr>
          <a:xfrm>
            <a:off x="5029200" y="1325880"/>
            <a:ext cx="3794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554480"/>
            <a:ext cx="320040" cy="32004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7150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After: review-mr Skill</a:t>
            </a:r>
            <a:endParaRPr lang="en-US" sz="18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2103120"/>
            <a:ext cx="201168" cy="20116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62356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MR metadata and diffs via GitLab MCP</a:t>
            </a:r>
            <a:endParaRPr lang="en-US" sz="115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2532888"/>
            <a:ext cx="201168" cy="20116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623560" y="2487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changed files against the full codebase</a:t>
            </a:r>
            <a:endParaRPr lang="en-US" sz="115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2962656"/>
            <a:ext cx="201168" cy="20116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623560" y="2916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team coding standards and patterns</a:t>
            </a:r>
            <a:endParaRPr lang="en-US" sz="115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3392424"/>
            <a:ext cx="201168" cy="201168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623560" y="3346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structured review report</a:t>
            </a:r>
            <a:endParaRPr lang="en-US" sz="1150" dirty="0"/>
          </a:p>
        </p:txBody>
      </p:sp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3520" y="3822192"/>
            <a:ext cx="201168" cy="201168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562356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line-level comments directly on the MR</a:t>
            </a:r>
            <a:endParaRPr lang="en-US" sz="1150" dirty="0"/>
          </a:p>
        </p:txBody>
      </p:sp>
      <p:sp>
        <p:nvSpPr>
          <p:cNvPr id="37" name="Shape 21"/>
          <p:cNvSpPr/>
          <p:nvPr/>
        </p:nvSpPr>
        <p:spPr>
          <a:xfrm>
            <a:off x="5257800" y="4069080"/>
            <a:ext cx="333756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2"/>
          <p:cNvSpPr/>
          <p:nvPr/>
        </p:nvSpPr>
        <p:spPr>
          <a:xfrm>
            <a:off x="5257800" y="4069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Uses: SKILL.md + scripts/ + GitLab MCP Server</a:t>
            </a:r>
            <a:endParaRPr lang="en-US" sz="1050" dirty="0"/>
          </a:p>
        </p:txBody>
      </p:sp>
      <p:sp>
        <p:nvSpPr>
          <p:cNvPr id="39" name="Text 23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 replaces a tedious, error-prone workflow. The agent handles the grunt work; you make the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4114800" cy="41148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65760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37160" cy="137160"/>
          </a:xfrm>
          <a:prstGeom prst="ellipse">
            <a:avLst/>
          </a:prstGeom>
          <a:solidFill>
            <a:srgbClr val="FC81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115568"/>
            <a:ext cx="137160" cy="137160"/>
          </a:xfrm>
          <a:prstGeom prst="ellipse">
            <a:avLst/>
          </a:prstGeom>
          <a:solidFill>
            <a:srgbClr val="F6E0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1115568"/>
            <a:ext cx="137160" cy="137160"/>
          </a:xfrm>
          <a:prstGeom prst="ellipse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my-skill/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SKILL.md        # required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scripts/        # optional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build.sh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validate.py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lint.sh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references/     # optional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style-guide.md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api-spec.yaml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assets/         # optional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template.html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182880" cy="182880"/>
          </a:xfrm>
          <a:prstGeom prst="ellipse">
            <a:avLst/>
          </a:prstGeom>
          <a:solidFill>
            <a:srgbClr val="F6E0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required file. YAML frontmatter (name, description, triggers) plus markdown instructions. The agent reads this to understand what to do and how.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10312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304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agents from rewriting the same utility code every session. Package reusable shell scripts, Python, or Node -- run once, reuse forever in the agent's sandbox.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2186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docs loaded on demand via progressive disclosure. Style guides, API specs, architecture docs. Keeps SKILL.md lean while providing depth.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3931920"/>
            <a:ext cx="182880" cy="1828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133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resources: templates, config files, images, schemas. Available to scripts and referenced by instructions.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114800"/>
            <a:ext cx="2743200" cy="27432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SKILL.md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4206240" cy="38404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4206240" cy="36576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115568"/>
            <a:ext cx="137160" cy="137160"/>
          </a:xfrm>
          <a:prstGeom prst="ellipse">
            <a:avLst/>
          </a:prstGeom>
          <a:solidFill>
            <a:srgbClr val="FC81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115568"/>
            <a:ext cx="137160" cy="137160"/>
          </a:xfrm>
          <a:prstGeom prst="ellipse">
            <a:avLst/>
          </a:prstGeom>
          <a:solidFill>
            <a:srgbClr val="F6E0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115568"/>
            <a:ext cx="137160" cy="137160"/>
          </a:xfrm>
          <a:prstGeom prst="ellipse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code-reviewer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Reviews PRs for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style, correctness, and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F6E0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security vulnerabilities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Review Skill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activate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on any PR review request.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Steps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Read references/style-guide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Run scripts/lint.sh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Check for security issues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Verify test coverage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Output structured feedback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09728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54864" cy="1005840"/>
          </a:xfrm>
          <a:prstGeom prst="rect">
            <a:avLst/>
          </a:prstGeom>
          <a:solidFill>
            <a:srgbClr val="F6E0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1170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 Frontmatter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4904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for discovery and routing. The agent harness reads name and description to decide when to activate the skill. Supports custom fields.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3657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29200" y="246888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 Instructions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862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playbook for the agent. Describe the workflow, decision logic, and expected outputs. Reference scripts/ and references/ by path.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384048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3840480"/>
            <a:ext cx="54864" cy="914400"/>
          </a:xfrm>
          <a:prstGeom prst="rect">
            <a:avLst/>
          </a:prstGeom>
          <a:solidFill>
            <a:srgbClr val="68D3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0" y="3913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 Disclosure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42336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stays lean (&lt; 5K tokens). The agent reads instructions first, then pulls references/ and scripts/ on demand -- complex knowledge unfolds layer by layer.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Composable by Design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complex workflows from simple, reusable building blocks.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lint-code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8470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linters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checks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run-tests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80160" y="28986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 suite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report coverage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6616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48640" y="356616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49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generate-docs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280160" y="3950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API docs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</a:t>
            </a:r>
            <a:endParaRPr lang="en-US" sz="10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1737360"/>
            <a:ext cx="320040" cy="320040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2788920"/>
            <a:ext cx="320040" cy="320040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840480"/>
            <a:ext cx="320040" cy="32004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389120" y="1463040"/>
            <a:ext cx="4206240" cy="338328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1691640"/>
            <a:ext cx="548640" cy="5486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6634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full-pr-review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4663440" y="2743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composed skill that orchestrates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foundational skills into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 review workflow.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484632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Invoke lint-code on changed files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4846320" y="3813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Invoke run-tests for affected modules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4846320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Invoke generate-docs if APIs changed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4846320" y="4398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Compile results into review summary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Once, Use Everywhere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Agent Skills (GAS) -- the same skill directory works across agent harnesses.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931920" y="1965960"/>
            <a:ext cx="1280160" cy="12801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24028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463040"/>
            <a:ext cx="1828800" cy="548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463040"/>
            <a:ext cx="1828800" cy="548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0" y="1463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1828800" cy="548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0" y="4114800"/>
            <a:ext cx="1828800" cy="548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 Code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3657600"/>
            <a:ext cx="1828800" cy="548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Windsurf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0" y="1737360"/>
            <a:ext cx="1463040" cy="64008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212080" y="1737360"/>
            <a:ext cx="1188720" cy="54864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286000" y="2926080"/>
            <a:ext cx="1737360" cy="73152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0" y="3246120"/>
            <a:ext cx="9144" cy="86868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212080" y="2926080"/>
            <a:ext cx="1645920" cy="73152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5760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 in skills travels with you. Switch agents, keep your workflows.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840480"/>
            <a:ext cx="3200400" cy="32004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+ MCP Servers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orchestrate workflows. MCP servers provide the tools. Together they're a force multiplier.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1945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logic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14884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4720" y="1645920"/>
            <a:ext cx="2194560" cy="14630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8288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5661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skill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tools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148840"/>
            <a:ext cx="365760" cy="3657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00800" y="1645920"/>
            <a:ext cx="21945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400800" y="1645920"/>
            <a:ext cx="21945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82880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008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Servers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649224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integrations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48640" y="35661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685800" y="3749040"/>
            <a:ext cx="411480" cy="4114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3803904"/>
            <a:ext cx="301752" cy="30175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887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queries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8580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instructs the agent to query via an MCP server for data access, schema checks, or migration validation.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3383280" y="35661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3520440" y="3749040"/>
            <a:ext cx="411480" cy="4114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5304" y="3803904"/>
            <a:ext cx="301752" cy="30175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02336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integrations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352044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wrap REST/GraphQL APIs. Skills define when and how to call them as part of a larger workflow.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217920" y="35661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6355080" y="3749040"/>
            <a:ext cx="411480" cy="41148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944" y="3803904"/>
            <a:ext cx="301752" cy="30175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5800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tools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635508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scripts, monitoring dashboards, CI/CD triggers -- all accessible to skills through MCP tool calls.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3657600" cy="365760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4114800"/>
            <a:ext cx="2743200" cy="27432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+ Subagents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can leverage subagents for parallel execution and context isolation.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417320"/>
            <a:ext cx="329184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49040" y="1527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Agent + Skill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74904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and delegates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03120" y="2971800"/>
            <a:ext cx="1097280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0" y="2423160"/>
            <a:ext cx="9144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0" y="2423160"/>
            <a:ext cx="1097280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06324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 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test suite across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 parallel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46120" y="30632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46120" y="306324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8328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 B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8328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changed files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style guide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43600" y="3063240"/>
            <a:ext cx="26517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943600" y="306324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08076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 C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08076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docs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from diff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07408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4300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across tasks</a:t>
            </a:r>
            <a:endParaRPr lang="en-US" sz="11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407408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88620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subagent gets its own context window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407408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62940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define the delegation strategy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Living Knowledge Base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turn expertise into tangible, shareable, version-controlled assets -- for any domain.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65760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6576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4813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Procedural Knowledge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16733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"how" -- workflows, decision trees, and runbooks encoded as agent-executable instructions that evolve with your team.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234440"/>
            <a:ext cx="3657600" cy="118872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36576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37760" y="14173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4813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Accelerator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32120" y="167335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engineers get your team's best practices from day one. Tribal knowledge that would take months to absorb, captured in files.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31520" y="2606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work beyond coding agents too: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7220" y="2971800"/>
            <a:ext cx="1874520" cy="1691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7220" y="297180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325880" y="31546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321868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866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Analytics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0866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generation, pipeline validation, data quality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628900" y="2971800"/>
            <a:ext cx="1874520" cy="1691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2628900" y="297180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3337560" y="31546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21868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72034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 / Platform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272034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runbooks, infra provisioning, alerting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640580" y="2971800"/>
            <a:ext cx="1874520" cy="1691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640580" y="297180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349240" y="31546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3218688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73202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Automation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73202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workflows, onboarding, audit trails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652260" y="2971800"/>
            <a:ext cx="1874520" cy="16916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652260" y="2971800"/>
            <a:ext cx="18745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7360920" y="31546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3218688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43700" y="37033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Capture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743700" y="3977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tribal knowledge before it walks out the door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Registries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skills, versioned, searchable, and always up to date.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3474720" cy="34747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1965960"/>
            <a:ext cx="2468880" cy="2468880"/>
          </a:xfrm>
          <a:prstGeom prst="ellipse">
            <a:avLst/>
          </a:prstGeom>
          <a:solidFill>
            <a:srgbClr val="141B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20240" y="2560320"/>
            <a:ext cx="1280160" cy="128016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8803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52044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4612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371600"/>
            <a:ext cx="39319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0876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Discoverability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8640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search a catalog instead of asking Slack. New team members find existing skills on day one.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54880" y="2560320"/>
            <a:ext cx="39319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54880" y="256032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6974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86400" y="2651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Standardization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0" y="2971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approved workflows. Reduces drift between teams' agent configurations.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54880" y="3749040"/>
            <a:ext cx="393192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54880" y="374904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862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Frictionless Distribution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0" y="4160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or update skills with a single command. No manual copying of folders between repos.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31520" y="47091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registries only -- your skills stay within your organization's control.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840480"/>
            <a:ext cx="3200400" cy="3200400"/>
          </a:xfrm>
          <a:prstGeom prst="ellipse">
            <a:avLst/>
          </a:prstGeom>
          <a:solidFill>
            <a:srgbClr val="E8E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-731520"/>
            <a:ext cx="2560320" cy="2560320"/>
          </a:xfrm>
          <a:prstGeom prst="ellipse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This, Not That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 and anti-patterns when building skills.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4520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737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 everything into one massive SKILL.md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1856232"/>
            <a:ext cx="256032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09160" y="1691640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09160" y="1691640"/>
            <a:ext cx="54864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87452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7800" y="1737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SKILL.md under 5K tokens, use references/ for depth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2350008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57200" y="2350008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3288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395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all context upfront on every run</a:t>
            </a:r>
            <a:endParaRPr lang="en-US" sz="11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514600"/>
            <a:ext cx="256032" cy="2560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709160" y="2350008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709160" y="2350008"/>
            <a:ext cx="54864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532888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57800" y="23957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progressive disclosure -- pull references on demand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457200" y="3008376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457200" y="3008376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91256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05840" y="30540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agent-specific instructions ("In Cursor, do X")</a:t>
            </a:r>
            <a:endParaRPr lang="en-US" sz="11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3172968"/>
            <a:ext cx="256032" cy="25603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4709160" y="3008376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4"/>
          <p:cNvSpPr/>
          <p:nvPr/>
        </p:nvSpPr>
        <p:spPr>
          <a:xfrm>
            <a:off x="4709160" y="3008376"/>
            <a:ext cx="54864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9125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257800" y="305409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agent-agnostic instructions for GAS portability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457200" y="3666744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7"/>
          <p:cNvSpPr/>
          <p:nvPr/>
        </p:nvSpPr>
        <p:spPr>
          <a:xfrm>
            <a:off x="457200" y="3666744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9624"/>
            <a:ext cx="256032" cy="25603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1005840" y="37124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skill folders between repos manually</a:t>
            </a:r>
            <a:endParaRPr lang="en-US" sz="115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3831336"/>
            <a:ext cx="256032" cy="256032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4709160" y="3666744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0"/>
          <p:cNvSpPr/>
          <p:nvPr/>
        </p:nvSpPr>
        <p:spPr>
          <a:xfrm>
            <a:off x="4709160" y="3666744"/>
            <a:ext cx="54864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849624"/>
            <a:ext cx="256032" cy="256032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257800" y="37124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skills in git, distribute via registries</a:t>
            </a:r>
            <a:endParaRPr lang="en-US" sz="1150" dirty="0"/>
          </a:p>
        </p:txBody>
      </p:sp>
      <p:sp>
        <p:nvSpPr>
          <p:cNvPr id="46" name="Shape 32"/>
          <p:cNvSpPr/>
          <p:nvPr/>
        </p:nvSpPr>
        <p:spPr>
          <a:xfrm>
            <a:off x="457200" y="432511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33"/>
          <p:cNvSpPr/>
          <p:nvPr/>
        </p:nvSpPr>
        <p:spPr>
          <a:xfrm>
            <a:off x="457200" y="4325112"/>
            <a:ext cx="54864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07992"/>
            <a:ext cx="256032" cy="256032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1005840" y="4370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complex skill from the start</a:t>
            </a:r>
            <a:endParaRPr lang="en-US" sz="1150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4489704"/>
            <a:ext cx="256032" cy="256032"/>
          </a:xfrm>
          <a:prstGeom prst="rect">
            <a:avLst/>
          </a:prstGeom>
        </p:spPr>
      </p:pic>
      <p:sp>
        <p:nvSpPr>
          <p:cNvPr id="51" name="Shape 35"/>
          <p:cNvSpPr/>
          <p:nvPr/>
        </p:nvSpPr>
        <p:spPr>
          <a:xfrm>
            <a:off x="4709160" y="4325112"/>
            <a:ext cx="40233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36"/>
          <p:cNvSpPr/>
          <p:nvPr/>
        </p:nvSpPr>
        <p:spPr>
          <a:xfrm>
            <a:off x="4709160" y="4325112"/>
            <a:ext cx="54864" cy="5669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507992"/>
            <a:ext cx="256032" cy="256032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5257800" y="43708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10-line SKILL.md, add scripts as needs emerge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201168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2161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One Workflow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65960" y="1508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task you repeat every week. Code reviews, test scaffolding, incident triage -- anything with a pattern.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1762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 SKILL.md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965960" y="2468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text editor and describe how you'd teach a teammate to do it. That's your first skill. It takes 10 minutes.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31363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It With Your Team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965960" y="3429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in a repo. Open a PR. Push it to a registry. Let others use it, improve it, and build on top of it.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40965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It Evolve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965960" y="4389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grow with your team. Add scripts, connect MCP servers, compose workflows. The format scales with your ambition.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152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it in action.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Time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840480" y="283464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11680" y="3108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a skill live in OpenCode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Walk through SKILL.md alongside the execution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a new skill from scratch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Using the create-skill meta-skill live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2827</Words>
  <Application>Microsoft Macintosh PowerPoint</Application>
  <PresentationFormat>On-screen Show (16:9)</PresentationFormat>
  <Paragraphs>254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Skills: Teach Your AI New Tricks</dc:title>
  <dc:subject>PptxGenJS Presentation</dc:subject>
  <dc:creator>Sequenzia</dc:creator>
  <cp:lastModifiedBy>Stephen Sequenzia</cp:lastModifiedBy>
  <cp:revision>1</cp:revision>
  <dcterms:created xsi:type="dcterms:W3CDTF">2026-03-11T14:47:01Z</dcterms:created>
  <dcterms:modified xsi:type="dcterms:W3CDTF">2026-03-11T15:18:42Z</dcterms:modified>
</cp:coreProperties>
</file>