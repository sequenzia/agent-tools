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687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4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6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A3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1A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Skills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Your AI New Tricks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13716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&amp; Learn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371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-1371600"/>
            <a:ext cx="2743200" cy="2743200"/>
          </a:xfrm>
          <a:prstGeom prst="ellipse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powerful, but every session starts from scratch.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81051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Institutional Memory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54480" y="2011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team's conventions, architecture decisions, and coding standards vanish between sessions. The agent re-discovers what you already know.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46304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46304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937760" y="1737360"/>
            <a:ext cx="502920" cy="50292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81051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7784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Domain Expertise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577840" y="2011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APIs, custom toolchains, proprietary frameworks -- agents have zero context about your stack without explicit instruction.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31520" y="329184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31520" y="329184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914400" y="3566160"/>
            <a:ext cx="502920" cy="50292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3639312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5448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Inconsistent Output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554480" y="3840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persistent instructions, the same prompt yields different approaches each time. No repeatable quality baseline.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754880" y="329184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754880" y="329184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937760" y="3566160"/>
            <a:ext cx="502920" cy="50292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639312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7784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Silos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577840" y="3840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engineer's prompt tricks stay in their head. No mechanism to share effective agent workflows across the team.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657600"/>
            <a:ext cx="3200400" cy="3200400"/>
          </a:xfrm>
          <a:prstGeom prst="ellipse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Agent Skills?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agents the expertise they're missing.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is an open standard that packages domain knowledge, multi-step workflows, and team conventions into a simple folder any compatible agent can load on demand. Write it once, version-control it, share it across your org, and stop repeating yourself.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25780" y="2331720"/>
            <a:ext cx="25146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5780" y="2331720"/>
            <a:ext cx="25146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63040" y="2560320"/>
            <a:ext cx="640080" cy="64008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340" y="267462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5780" y="3291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08660" y="36576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expertise, coding standards, review checklists, onboarding guides. Anything your agents need to do real work, in a SKILL.md with optional scripts and references.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14700" y="2331720"/>
            <a:ext cx="25146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14700" y="2331720"/>
            <a:ext cx="25146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251960" y="2560320"/>
            <a:ext cx="640080" cy="64008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267462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14700" y="3291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497580" y="36576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in git, distributed via registries, discoverable by the whole team. Institutional knowledge stops living in one person's prompt history.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03620" y="2331720"/>
            <a:ext cx="25146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103620" y="2331720"/>
            <a:ext cx="25146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040880" y="2560320"/>
            <a:ext cx="640080" cy="64008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180" y="267462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03620" y="3291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Reuse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286500" y="36576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skill runs on OpenCode, Codex, Windsurf, Cline, Roo Code, and any agent that implements the open spec. No vendor lock-in, no rewrites.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3152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agentskills.io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Barrier to Entry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SDK. No build step. No new language to learn. If you can write a README, you can write a skill.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3383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916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Need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37744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editor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88036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(you already know it)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8328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3337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you want to share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620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4300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it. Seriously.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4754880" y="1463040"/>
            <a:ext cx="3840480" cy="3383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0"/>
          <p:cNvSpPr/>
          <p:nvPr/>
        </p:nvSpPr>
        <p:spPr>
          <a:xfrm>
            <a:off x="4754880" y="1463040"/>
            <a:ext cx="384048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691640"/>
            <a:ext cx="411480" cy="4114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66928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Can Contribute</a:t>
            </a:r>
            <a:endParaRPr lang="en-US" sz="18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377440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4924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capturing best practices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880360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34924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 documenting what they learn</a:t>
            </a:r>
            <a:endParaRPr lang="en-US" sz="12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83280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349240" y="3337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teams encoding test strategies</a:t>
            </a:r>
            <a:endParaRPr lang="en-US" sz="12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886200"/>
            <a:ext cx="201168" cy="20116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34924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expertise worth preserving</a:t>
            </a:r>
            <a:endParaRPr lang="en-US" sz="1200" dirty="0"/>
          </a:p>
        </p:txBody>
      </p:sp>
      <p:sp>
        <p:nvSpPr>
          <p:cNvPr id="28" name="Text 16"/>
          <p:cNvSpPr/>
          <p:nvPr/>
        </p:nvSpPr>
        <p:spPr>
          <a:xfrm>
            <a:off x="91440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skills come from people who know the domain -- not the people who know the tooling.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-1097280"/>
            <a:ext cx="2286000" cy="2286000"/>
          </a:xfrm>
          <a:prstGeom prst="ellipse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World: MR Review Skill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skill that connects to GitLab, analyzes merge requests, and delivers actionable feedback.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7947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79476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1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4884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103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open each MR in the browser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569464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5237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through diffs file-by-file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90088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2944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coding standards from memory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10712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5840" y="3364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comments one at a time</a:t>
            </a:r>
            <a:endParaRPr lang="en-US" sz="11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31336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05840" y="3785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Context-switch between codebase and review UI</a:t>
            </a:r>
            <a:endParaRPr lang="en-US" sz="11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51960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00584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every MR in the queue</a:t>
            </a:r>
            <a:endParaRPr lang="en-US" sz="11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2834640"/>
            <a:ext cx="411480" cy="41148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5029200" y="1325880"/>
            <a:ext cx="37947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4"/>
          <p:cNvSpPr/>
          <p:nvPr/>
        </p:nvSpPr>
        <p:spPr>
          <a:xfrm>
            <a:off x="5029200" y="1325880"/>
            <a:ext cx="379476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1554480"/>
            <a:ext cx="320040" cy="32004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7150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After: review-mr Skill</a:t>
            </a:r>
            <a:endParaRPr lang="en-US" sz="18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2103120"/>
            <a:ext cx="201168" cy="20116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62356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MR metadata and diffs via GitLab MCP</a:t>
            </a:r>
            <a:endParaRPr lang="en-US" sz="115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2532888"/>
            <a:ext cx="201168" cy="201168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623560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changed files against the full codebase</a:t>
            </a:r>
            <a:endParaRPr lang="en-US" sz="115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0" y="2962656"/>
            <a:ext cx="201168" cy="201168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5623560" y="29169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team coding standards and patterns</a:t>
            </a:r>
            <a:endParaRPr lang="en-US" sz="115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3520" y="3392424"/>
            <a:ext cx="201168" cy="201168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5623560" y="33467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structured review report</a:t>
            </a:r>
            <a:endParaRPr lang="en-US" sz="1150" dirty="0"/>
          </a:p>
        </p:txBody>
      </p:sp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3520" y="3822192"/>
            <a:ext cx="201168" cy="201168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5623560" y="3776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line-level comments directly on the MR</a:t>
            </a:r>
            <a:endParaRPr lang="en-US" sz="1150" dirty="0"/>
          </a:p>
        </p:txBody>
      </p:sp>
      <p:sp>
        <p:nvSpPr>
          <p:cNvPr id="37" name="Shape 21"/>
          <p:cNvSpPr/>
          <p:nvPr/>
        </p:nvSpPr>
        <p:spPr>
          <a:xfrm>
            <a:off x="5257800" y="4069080"/>
            <a:ext cx="333756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22"/>
          <p:cNvSpPr/>
          <p:nvPr/>
        </p:nvSpPr>
        <p:spPr>
          <a:xfrm>
            <a:off x="5257800" y="40690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Uses: SKILL.md + scripts/ + GitLab MCP Server</a:t>
            </a:r>
            <a:endParaRPr lang="en-US" sz="1050" dirty="0"/>
          </a:p>
        </p:txBody>
      </p:sp>
      <p:sp>
        <p:nvSpPr>
          <p:cNvPr id="39" name="Text 23"/>
          <p:cNvSpPr/>
          <p:nvPr/>
        </p:nvSpPr>
        <p:spPr>
          <a:xfrm>
            <a:off x="73152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skill replaces a tedious, error-prone workflow. The agent handles the grunt work; you make the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4114800" cy="4114800"/>
          </a:xfrm>
          <a:prstGeom prst="ellipse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Skill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65760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115568"/>
            <a:ext cx="137160" cy="137160"/>
          </a:xfrm>
          <a:prstGeom prst="ellipse">
            <a:avLst/>
          </a:prstGeom>
          <a:solidFill>
            <a:srgbClr val="FC81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1115568"/>
            <a:ext cx="137160" cy="137160"/>
          </a:xfrm>
          <a:prstGeom prst="ellipse">
            <a:avLst/>
          </a:prstGeom>
          <a:solidFill>
            <a:srgbClr val="F6E0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88720" y="1115568"/>
            <a:ext cx="137160" cy="137160"/>
          </a:xfrm>
          <a:prstGeom prst="ellipse">
            <a:avLst/>
          </a:prstGeom>
          <a:solidFill>
            <a:srgbClr val="68D3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my-skill/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6E0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SKILL.md        # required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scripts/        # optional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build.sh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validate.py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lint.sh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references/     # optional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style-guide.md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api-spec.yaml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assets/         # optional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template.html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188720"/>
            <a:ext cx="182880" cy="182880"/>
          </a:xfrm>
          <a:prstGeom prst="ellipse">
            <a:avLst/>
          </a:prstGeom>
          <a:solidFill>
            <a:srgbClr val="F6E0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3898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required file. YAML frontmatter (name, description, triggers) plus markdown instructions. The agent reads this to understand what to do and how.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2103120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3042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agents from rewriting the same utility code every session. Package reusable shell scripts, Python, or Node -- run once, reuse forever in the agent's sandbox.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3017520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references/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2186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docs loaded on demand via progressive disclosure. Style guides, API specs, architecture docs. Keeps SKILL.md lean while providing depth.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3931920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41330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resources: templates, config files, images, schemas. Available to scripts and referenced by instructions.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114800"/>
            <a:ext cx="2743200" cy="2743200"/>
          </a:xfrm>
          <a:prstGeom prst="ellipse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SKILL.md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420624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4206240" cy="3657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115568"/>
            <a:ext cx="137160" cy="137160"/>
          </a:xfrm>
          <a:prstGeom prst="ellipse">
            <a:avLst/>
          </a:prstGeom>
          <a:solidFill>
            <a:srgbClr val="FC81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1115568"/>
            <a:ext cx="137160" cy="137160"/>
          </a:xfrm>
          <a:prstGeom prst="ellipse">
            <a:avLst/>
          </a:prstGeom>
          <a:solidFill>
            <a:srgbClr val="F6E0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1115568"/>
            <a:ext cx="137160" cy="137160"/>
          </a:xfrm>
          <a:prstGeom prst="ellipse">
            <a:avLst/>
          </a:prstGeom>
          <a:solidFill>
            <a:srgbClr val="68D3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5087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6E0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code-reviewer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6E0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Reviews PRs for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6E0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style, correctness, and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6E0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security vulnerabilities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Review Skill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When to activate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on any PR review request.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Steps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Read references/style-guide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Run scripts/lint.sh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Check for security issues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Verify test coverage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Output structured feedback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0" y="109728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0" y="1097280"/>
            <a:ext cx="54864" cy="1005840"/>
          </a:xfrm>
          <a:prstGeom prst="rect">
            <a:avLst/>
          </a:prstGeom>
          <a:solidFill>
            <a:srgbClr val="F6E0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0" y="1170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YAML Frontmatter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4904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for discovery and routing. The agent harness reads name and description to decide when to activate the skill. Supports custom fields.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246888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0" y="246888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0" y="2542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Markdown Instructions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28620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playbook for the agent. Describe the workflow, decision logic, and expected outputs. Reference scripts/ and references/ by path.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384048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0" y="3840480"/>
            <a:ext cx="54864" cy="914400"/>
          </a:xfrm>
          <a:prstGeom prst="rect">
            <a:avLst/>
          </a:prstGeom>
          <a:solidFill>
            <a:srgbClr val="68D3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0" y="3913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Progressive Disclosure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42336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stays lean (&lt; 5K tokens). The agent reads instructions first, then pulls references/ and scripts/ on demand -- complex knowledge unfolds layer by layer.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914400"/>
            <a:ext cx="3200400" cy="3200400"/>
          </a:xfrm>
          <a:prstGeom prst="ellipse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Composable by Design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complex workflows from simple, reusable building blocks.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45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lint-code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18470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linters and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checks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8640" y="2514600"/>
            <a:ext cx="54864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974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run-tests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80160" y="28986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test suite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report coverage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6616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48640" y="3566160"/>
            <a:ext cx="54864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490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generate-docs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80160" y="3950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API docs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</a:t>
            </a:r>
            <a:endParaRPr lang="en-US" sz="10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1737360"/>
            <a:ext cx="320040" cy="320040"/>
          </a:xfrm>
          <a:prstGeom prst="rect">
            <a:avLst/>
          </a:prstGeom>
        </p:spPr>
      </p:pic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2788920"/>
            <a:ext cx="320040" cy="320040"/>
          </a:xfrm>
          <a:prstGeom prst="rect">
            <a:avLst/>
          </a:prstGeom>
        </p:spPr>
      </p:pic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3840480"/>
            <a:ext cx="320040" cy="32004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4389120" y="1463040"/>
            <a:ext cx="4206240" cy="3383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1691640"/>
            <a:ext cx="548640" cy="54864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66344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full-pr-review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4663440" y="2743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composed skill that orchestrates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foundational skills into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 review workflow.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484632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Invoke lint-code on changed files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4846320" y="3813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Invoke run-tests for affected modules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4846320" y="4105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Invoke generate-docs if APIs changed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4846320" y="4398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Compile results into review summary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Once, Use Everywhere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Agent Skills (GAS) -- the same skill directory works across agent harnesses.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931920" y="1965960"/>
            <a:ext cx="1280160" cy="12801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24028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463040"/>
            <a:ext cx="1828800" cy="5486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1463040"/>
            <a:ext cx="1828800" cy="5486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657600"/>
            <a:ext cx="1828800" cy="5486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0" y="4114800"/>
            <a:ext cx="1828800" cy="5486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57600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 Code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3657600"/>
            <a:ext cx="1828800" cy="5486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743200" y="1737360"/>
            <a:ext cx="1463040" cy="64008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212080" y="1737360"/>
            <a:ext cx="1188720" cy="54864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286000" y="2926080"/>
            <a:ext cx="1737360" cy="73152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0" y="3246120"/>
            <a:ext cx="9144" cy="86868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212080" y="2926080"/>
            <a:ext cx="1645920" cy="73152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65760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Skill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investment in skills travels with you. Switch agents, keep your workflows.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840480"/>
            <a:ext cx="3200400" cy="3200400"/>
          </a:xfrm>
          <a:prstGeom prst="ellipse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+ MCP Servers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orchestrate workflows. MCP servers provide the tools. Together they're a force multiplier.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1945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19456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logic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2148840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74720" y="1645920"/>
            <a:ext cx="2194560" cy="14630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8288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7472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56616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skill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tools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148840"/>
            <a:ext cx="365760" cy="36576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00800" y="1645920"/>
            <a:ext cx="21945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6400800" y="1645920"/>
            <a:ext cx="219456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182880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0080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Servers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649224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integrations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48640" y="356616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685800" y="3749040"/>
            <a:ext cx="411480" cy="41148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3803904"/>
            <a:ext cx="301752" cy="30175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8872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queries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685800" y="4160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instructs the agent to query via an MCP server for data access, schema checks, or migration validation.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3383280" y="356616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3520440" y="3749040"/>
            <a:ext cx="411480" cy="41148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5304" y="3803904"/>
            <a:ext cx="301752" cy="30175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02336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integrations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3520440" y="4160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wrap REST/GraphQL APIs. Skills define when and how to call them as part of a larger workflow.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6217920" y="356616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3"/>
          <p:cNvSpPr/>
          <p:nvPr/>
        </p:nvSpPr>
        <p:spPr>
          <a:xfrm>
            <a:off x="6355080" y="3749040"/>
            <a:ext cx="411480" cy="41148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9944" y="3803904"/>
            <a:ext cx="301752" cy="30175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5800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tools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6355080" y="4160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scripts, monitoring dashboards, CI/CD triggers -- all accessible to skills through MCP tool calls.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097280"/>
            <a:ext cx="3657600" cy="3657600"/>
          </a:xfrm>
          <a:prstGeom prst="ellipse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+ Subagents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can leverage subagents for parallel execution and context isolation.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1417320"/>
            <a:ext cx="329184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600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49040" y="1527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Agent + Skill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74904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and delegates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03120" y="2971800"/>
            <a:ext cx="1097280" cy="5486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0" y="2423160"/>
            <a:ext cx="9144" cy="5486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943600" y="2423160"/>
            <a:ext cx="1097280" cy="5486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306324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Subagent 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" y="3474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test suite across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in parallel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246120" y="306324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46120" y="306324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38328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Subagent B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383280" y="3474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changed files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style guide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43600" y="306324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943600" y="306324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08076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Subagent C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080760" y="3474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docs and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 from diff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4251960"/>
            <a:ext cx="804672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07408"/>
            <a:ext cx="228600" cy="2286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43000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across tasks</a:t>
            </a:r>
            <a:endParaRPr lang="en-US" sz="11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4407408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886200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subagent gets its own context window</a:t>
            </a:r>
            <a:endParaRPr lang="en-US" sz="11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407408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629400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define the delegation strategy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Living Knowledge Base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turn expertise into tangible, shareable, version-controlled assets -- for any domain.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657600" cy="118872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6576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4813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Procedural Knowledge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16733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"how" -- workflows, decision trees, and runbooks encoded as agent-executable instructions that evolve with your team.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234440"/>
            <a:ext cx="3657600" cy="118872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234440"/>
            <a:ext cx="36576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37760" y="141732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48132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 Accelerator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32120" y="16733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engineers get your team's best practices from day one. Tribal knowledge that would take months to absorb, captured in files.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31520" y="2606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work beyond coding agents too: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7220" y="2971800"/>
            <a:ext cx="1874520" cy="16916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17220" y="2971800"/>
            <a:ext cx="18745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1325880" y="315468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321868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866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Analytics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0866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generation, pipeline validation, data quality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628900" y="2971800"/>
            <a:ext cx="1874520" cy="16916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2628900" y="2971800"/>
            <a:ext cx="18745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3337560" y="315468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321868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72034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/ Platform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272034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runbooks, infra provisioning, alerting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640580" y="2971800"/>
            <a:ext cx="1874520" cy="16916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640580" y="2971800"/>
            <a:ext cx="18745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5349240" y="315468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3248" y="3218688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73202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Automation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73202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workflows, onboarding, audit trails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652260" y="2971800"/>
            <a:ext cx="1874520" cy="16916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652260" y="2971800"/>
            <a:ext cx="18745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7360920" y="315468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928" y="3218688"/>
            <a:ext cx="329184" cy="3291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74370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Capture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74370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tribal knowledge before it walks out the door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Registries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team's skills, versioned, searchable, and always up to date.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3474720" cy="34747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25880" y="1965960"/>
            <a:ext cx="2468880" cy="2468880"/>
          </a:xfrm>
          <a:prstGeom prst="ellipse">
            <a:avLst/>
          </a:prstGeom>
          <a:solidFill>
            <a:srgbClr val="141B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20240" y="2560320"/>
            <a:ext cx="1280160" cy="128016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288036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1600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52044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4612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1371600"/>
            <a:ext cx="393192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54880" y="137160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50876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Discoverability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486400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search a catalog instead of asking Slack. New team members find existing skills on day one.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754880" y="2560320"/>
            <a:ext cx="393192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754880" y="256032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69748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86400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Standardization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486400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approved workflows. Reduces drift between teams' agent configurations.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54880" y="3749040"/>
            <a:ext cx="393192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754880" y="374904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88620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86400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Frictionless Distribution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0" y="4160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or update skills with a single command. No manual copying of folders between repos.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731520" y="47091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registries only -- your skills stay within your organization's control.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840480"/>
            <a:ext cx="3200400" cy="3200400"/>
          </a:xfrm>
          <a:prstGeom prst="ellipse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-731520"/>
            <a:ext cx="2560320" cy="2560320"/>
          </a:xfrm>
          <a:prstGeom prst="ellipse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This, Not That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patterns and anti-patterns when building skills.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09160" y="1234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54864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5840" y="17373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 everything into one massive SKILL.md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1856232"/>
            <a:ext cx="256032" cy="25603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09160" y="1691640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709160" y="1691640"/>
            <a:ext cx="54864" cy="5669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874520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57800" y="17373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SKILL.md under 5K tokens, use references/ for depth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2350008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57200" y="2350008"/>
            <a:ext cx="54864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3288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23957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all context upfront on every run</a:t>
            </a:r>
            <a:endParaRPr lang="en-US" sz="11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2514600"/>
            <a:ext cx="256032" cy="25603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709160" y="2350008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4709160" y="2350008"/>
            <a:ext cx="54864" cy="5669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532888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57800" y="23957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progressive disclosure -- pull references on demand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457200" y="3008376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457200" y="3008376"/>
            <a:ext cx="54864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91256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05840" y="305409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agent-specific instructions ("In Cursor, do X")</a:t>
            </a:r>
            <a:endParaRPr lang="en-US" sz="115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3172968"/>
            <a:ext cx="256032" cy="256032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4709160" y="3008376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4"/>
          <p:cNvSpPr/>
          <p:nvPr/>
        </p:nvSpPr>
        <p:spPr>
          <a:xfrm>
            <a:off x="4709160" y="3008376"/>
            <a:ext cx="54864" cy="5669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91256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257800" y="305409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agent-agnostic instructions for GAS portability</a:t>
            </a:r>
            <a:endParaRPr lang="en-US" sz="1150" dirty="0"/>
          </a:p>
        </p:txBody>
      </p:sp>
      <p:sp>
        <p:nvSpPr>
          <p:cNvPr id="37" name="Shape 26"/>
          <p:cNvSpPr/>
          <p:nvPr/>
        </p:nvSpPr>
        <p:spPr>
          <a:xfrm>
            <a:off x="457200" y="3666744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27"/>
          <p:cNvSpPr/>
          <p:nvPr/>
        </p:nvSpPr>
        <p:spPr>
          <a:xfrm>
            <a:off x="457200" y="3666744"/>
            <a:ext cx="54864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9624"/>
            <a:ext cx="256032" cy="25603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1005840" y="371246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skill folders between repos manually</a:t>
            </a:r>
            <a:endParaRPr lang="en-US" sz="1150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3831336"/>
            <a:ext cx="256032" cy="256032"/>
          </a:xfrm>
          <a:prstGeom prst="rect">
            <a:avLst/>
          </a:prstGeom>
        </p:spPr>
      </p:pic>
      <p:sp>
        <p:nvSpPr>
          <p:cNvPr id="42" name="Shape 29"/>
          <p:cNvSpPr/>
          <p:nvPr/>
        </p:nvSpPr>
        <p:spPr>
          <a:xfrm>
            <a:off x="4709160" y="3666744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0"/>
          <p:cNvSpPr/>
          <p:nvPr/>
        </p:nvSpPr>
        <p:spPr>
          <a:xfrm>
            <a:off x="4709160" y="3666744"/>
            <a:ext cx="54864" cy="5669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849624"/>
            <a:ext cx="256032" cy="256032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5257800" y="371246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skills in git, distribute via registries</a:t>
            </a:r>
            <a:endParaRPr lang="en-US" sz="1150" dirty="0"/>
          </a:p>
        </p:txBody>
      </p:sp>
      <p:sp>
        <p:nvSpPr>
          <p:cNvPr id="46" name="Shape 32"/>
          <p:cNvSpPr/>
          <p:nvPr/>
        </p:nvSpPr>
        <p:spPr>
          <a:xfrm>
            <a:off x="457200" y="4325112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33"/>
          <p:cNvSpPr/>
          <p:nvPr/>
        </p:nvSpPr>
        <p:spPr>
          <a:xfrm>
            <a:off x="457200" y="4325112"/>
            <a:ext cx="54864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07992"/>
            <a:ext cx="256032" cy="256032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1005840" y="43708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complex skill from the start</a:t>
            </a:r>
            <a:endParaRPr lang="en-US" sz="1150" dirty="0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4489704"/>
            <a:ext cx="256032" cy="256032"/>
          </a:xfrm>
          <a:prstGeom prst="rect">
            <a:avLst/>
          </a:prstGeom>
        </p:spPr>
      </p:pic>
      <p:sp>
        <p:nvSpPr>
          <p:cNvPr id="51" name="Shape 35"/>
          <p:cNvSpPr/>
          <p:nvPr/>
        </p:nvSpPr>
        <p:spPr>
          <a:xfrm>
            <a:off x="4709160" y="4325112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36"/>
          <p:cNvSpPr/>
          <p:nvPr/>
        </p:nvSpPr>
        <p:spPr>
          <a:xfrm>
            <a:off x="4709160" y="4325112"/>
            <a:ext cx="54864" cy="5669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507992"/>
            <a:ext cx="256032" cy="256032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5257800" y="43708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10-line SKILL.md, add scripts as needs emerge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201168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2161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143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One Workflow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65960" y="1508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task you repeat every week. Code reviews, test scaffolding, incident triage -- anything with a pattern.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14884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217627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a SKILL.md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965960" y="2468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text editor and describe how you'd teach a teammate to do it. That's your first skill. It takes 10 minutes.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313639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It With Your Team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965960" y="3429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it in a repo. Open a PR. Push it to a registry. Let others use it, improve it, and build on top of it.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409651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65960" y="4023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It Evolve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965960" y="43891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grow with your team. Add scripts, connect MCP servers, compose workflows. The format scales with your ambition.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3152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see it in action.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2A3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1A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Time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3840480" y="2834640"/>
            <a:ext cx="14630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011680" y="31089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Run a skill live in OpenCode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Walk through SKILL.md alongside the execution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a new skill from scratch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Using the create-skill meta-skill live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1596</Words>
  <Application>Microsoft Macintosh PowerPoint</Application>
  <PresentationFormat>On-screen Show (16:9)</PresentationFormat>
  <Paragraphs>238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Skills: Teach Your AI New Tricks</dc:title>
  <dc:subject>PptxGenJS Presentation</dc:subject>
  <dc:creator>Sequenzia</dc:creator>
  <cp:lastModifiedBy>Stephen Sequenzia</cp:lastModifiedBy>
  <cp:revision>1</cp:revision>
  <dcterms:created xsi:type="dcterms:W3CDTF">2026-03-11T13:45:53Z</dcterms:created>
  <dcterms:modified xsi:type="dcterms:W3CDTF">2026-03-11T14:00:13Z</dcterms:modified>
</cp:coreProperties>
</file>